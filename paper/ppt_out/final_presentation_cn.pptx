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各位老师上午好。我是通信工程专业的叶嘉锐，导师是徐志京老师，实践导师是丁鹏仁老师。我的题目是《OFDM 通感一体化系统中实时视频传输与微动感知关键技术研究》。接下来用十五分钟汇报选题背景、三条研究内容、前期基础和后续计划。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为什么这个题目值得做？三个层面。第一，ISAC 是 6G 的原生场景，一条波形同时承载通信和感知。第二，视频是最苛刻的负载——它要持续吞吐、要时延有界不累积，而且对残余误码零容忍。第三，误码的影响不止在比特层：容器和解码器会把一次错误放大成一整个 GOP 的花屏。而真实平台上这类端到端行为，公开的测量几乎是空白。右边是我们平台的四个关键参数。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现有研究共同的局限是：把物理层当成既定条件，只在应用层做优化；但 ISAC 平台的物理层恰恰是可配的——外码强度、导频密度、循环前缀都能改。于是留下三个没人回答的问题：保护应该加在哪一层？外码到底什么时候起作用？以及同一条波形能不能顺带做微动感知？我的定位是：三个问题都用实测回答，不做仿真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整体路线是一张图：左边是统一的 OpenISAC 平台，中间三条研究内容，右边是产出。内容一做跨层视频，先建立测量基线和方法；内容二在它上面引入信道维度，回答外码的激活点；内容三在同一波形上做微动感知。三条内容不并行投入，是递进的，共享同一套脚本和硬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系统分两条链。上面是视频业务链：摄像头、H.264 编码、UDP、ISAC 发射、空口、接收、解码显示。下面是感知链，单站在基站用发射副本做，双站在终端侧重构，与视频并发、共享同一波形。右边是硬件与参数。需要说明：平台是开源的，我在上面做了二次开发——多阶 QAM、外码模块、视频管道和队列整形。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一有三个子问题。最基础的是分帧完整性：两字节长度前缀放在外码码字内部，受保护时边界正确；一旦没有外码保护，前缀裸露，一个比特错误就会让接收端按错误长度切分，整条字节流错位。这解释了一个现象——为什么关掉外码，实时流会崩，而 TS 文件还能放。第二是容器与解码器，第三是缓冲与时延，后面两页给结果。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这张图是内容一最硬的结果。同样的物理误码流，只换容器和解码器：MPEG-TS 配 VLC 放大约五百倍，裸流配 GStreamer 只有四倍。模型按头部暴露只预测七倍，说明差距主要来自解码器的状态机——VLC 会因为 PCR 时钟死锁。结论是：容器和解码器的选择，比外码强度重要一个量级。注意这是压力工况，外码是关闭的。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时延这条：把四级队列从三十二削到四到八，并用非阻塞丢弃替掉阻塞写入，把正反馈的累积环路切断了。稳态落在 233 到 266 毫秒之间，五分钟没有累积趋势。分解下来解码环节占八成，射频只有三毫秒。测量是秒表法，分辨率三十三毫秒，所以我只报量级和趋势，不报亚毫秒抖动。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内容二要回答的是：外码不是要不要，而是何时开始起作用。四档配置在良好信噪比下表现一样，区分不出优劣；真正的问题是激活点在哪里。办法是受控衰减扫描，从零扫到二十 dB，记录纠错和不可纠事件率，得到激活点曲线，再据此做在线码率映射，切换点放在 GOP 边界。前提是先有一个可验证的外码实现，这一点下面一页说明。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三是我最不确定的一块，所以先算了相位预算。三一吉赫兹下波长九十六点八毫米，呼吸位移四到八毫米对应零点五到一弧度，非常充裕；心跳只有零点零四弧度左右，逼近系统相噪底。单站自发自收收发共用本振，相噪是共模的，可以做共模相消。所以我把目标设成三级：先做能力基线，再做呼吸率，最后才是双参数，每级都能独立成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这一页是我主动加的。开题报告提交之后，我对测量链做了一次代码级复核，写了四十行自检程序。结果：第一个实例编码正常，第二个实例开始校验位全零，因为码表初始化用了函数级 static；更严重的是，即使码表正常，解码器也算不对伴随式，连干净码字都解不出来。所以之前那组“零失败”的结论不成立，已经全部撤回并列入重测。这件事的意义是：测量链本身也需要被验证，而这个缺陷此前被看起来很完美的日志掩盖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上，设备外展回来后第一件事不是跑新实验，是把外码换掉并做自检，再做基线一致性核对，确认搬运没有改变系统状态。然后两周做衰减扫描和激活点，第三周做分帧对照，第四周收敛数据。按学期看，这学期完成内容一收尾，明年上半年内容二实测和内容三基线，明年下半年微动实验和第二篇论文，后年春天成稿送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三句话。问题：强编码链路上跑实时视频，瓶颈不在带宽，而在保护加在哪一层。方法：同一个平台、逐层打点，分帧、容器、缓冲三条线都有实测。边界：外码的真实作用域还在定位，微动感知按三级目标推进，先保能力基线。请各位老师批评指正，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41732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34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OFDM 通感一体化系统中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34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实时视频传输与微动感知关键技术研究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3035808"/>
            <a:ext cx="1371600" cy="45720"/>
          </a:xfrm>
          <a:prstGeom prst="rect">
            <a:avLst/>
          </a:prstGeom>
          <a:solidFill>
            <a:srgbClr val="B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27355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硕士学位论文 · 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16052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30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叶嘉锐　·　202530310195　·　通信工程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30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校内导师：徐志京　　实践导师：丁鹏仁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上海海事大学　·　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1089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5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一条波形同时跑视频和雷达，难点不在带宽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16459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63624"/>
            <a:ext cx="82296" cy="82296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481328"/>
            <a:ext cx="672998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通感一体化：通信与感知共享波形、频谱与硬件，是 6G 的原生场景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50008"/>
            <a:ext cx="82296" cy="82296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267712"/>
            <a:ext cx="672998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实时视频是最苛刻的业务：持续吞吐、有界时延、对残余误码零容忍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136391"/>
            <a:ext cx="82296" cy="82296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054096"/>
            <a:ext cx="672998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误码不止于比特：容器与解码器会把一次错误放大成一个 GOP 的花屏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22776"/>
            <a:ext cx="82296" cy="82296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3840480"/>
            <a:ext cx="672998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真实平台上的端到端行为，公开测量几乎空白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3246120" cy="4160520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645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实验平台关键参数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057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1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2.304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4780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OFDM 帧长（434 帧/秒）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788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1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50 MHz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2095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采样率 · FFT 1024 · CP 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520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1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640×480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39410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H.264 @ 20 fps，1200 kbps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251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100" b="1">
                <a:solidFill>
                  <a:srgbClr val="4C7A5A"/>
                </a:solidFill>
                <a:latin typeface="Arial"/>
                <a:ea typeface="微软雅黑"/>
                <a:cs typeface="微软雅黑"/>
              </a:rPr>
              <a:t>≈5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46725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室内视距，3.1 GHz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9224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OFDM 通感一体化 · 实时视频与微动感知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8615" y="64922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1089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问题定义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5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现有研究停在物理层，三个问题没人回答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16459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3423818" cy="4069080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287517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7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保护该加在哪一层？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017520"/>
            <a:ext cx="502920" cy="32004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82112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现有工作多把物理层当作既定条件，
只优化应用层；而 ISAC 的物理层是可配的。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443984"/>
            <a:ext cx="2875178" cy="10972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72000"/>
            <a:ext cx="287517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5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本研究：把保护拆成分帧、容器、缓冲三层，分别实测。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3938" y="1417320"/>
            <a:ext cx="3423818" cy="4069080"/>
          </a:xfrm>
          <a:prstGeom prst="rect">
            <a:avLst/>
          </a:prstGeom>
          <a:solidFill>
            <a:srgbClr val="F3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8258" y="1627632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1938528"/>
            <a:ext cx="287517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7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外码何时才真正起作用？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8258" y="3017520"/>
            <a:ext cx="502920" cy="32004"/>
          </a:xfrm>
          <a:prstGeom prst="rect">
            <a:avLst/>
          </a:prstGeom>
          <a:solidFill>
            <a:srgbClr val="B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8258" y="3182112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传统按最坏情况定强度；
实测的激活点在哪里，尚无数据。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8258" y="4443984"/>
            <a:ext cx="2875178" cy="10972"/>
          </a:xfrm>
          <a:prstGeom prst="rect">
            <a:avLst/>
          </a:prstGeom>
          <a:solidFill>
            <a:srgbClr val="B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8258" y="4572000"/>
            <a:ext cx="287517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50" b="1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本研究：受控衰减扫描，画出四档外码的激活点。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2076" y="1417320"/>
            <a:ext cx="3423818" cy="4069080"/>
          </a:xfrm>
          <a:prstGeom prst="rect">
            <a:avLst/>
          </a:prstGeom>
          <a:solidFill>
            <a:srgbClr val="E2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6396" y="1627632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C7A5A"/>
                </a:solidFill>
                <a:latin typeface="Arial"/>
                <a:ea typeface="微软雅黑"/>
                <a:cs typeface="微软雅黑"/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1938528"/>
            <a:ext cx="287517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7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同一波形能否做微动感知？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56396" y="3017520"/>
            <a:ext cx="502920" cy="32004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3182112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现有生命体征感知多依赖专用雷达或 Wi-Fi，
承载实时业务时能否兼得，未经验证。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56396" y="4443984"/>
            <a:ext cx="2875178" cy="10972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6396" y="4572000"/>
            <a:ext cx="287517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50" b="1">
                <a:solidFill>
                  <a:srgbClr val="4C7A5A"/>
                </a:solidFill>
                <a:latin typeface="Arial"/>
                <a:ea typeface="微软雅黑"/>
                <a:cs typeface="微软雅黑"/>
              </a:rPr>
              <a:t>本研究：同一波形的相位域提取，三级目标递进。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8756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本课题定位：在一套开源平台上，把三个问题都做成可复现的实测，而不是仿真假设。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49224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OFDM 通感一体化 · 实时视频与微动感知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8615" y="64922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1089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总体路线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5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三条研究内容，共享一套平台与测量方法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16459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5_roadma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371600"/>
            <a:ext cx="8229600" cy="39134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9928"/>
            <a:ext cx="108200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图 5　技术路线总图（开题报告）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15584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递进关系：内容 1 建立基线与方法 → 内容 2 引入信道维度 → 内容 3 在同一波形上开发感知维度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OFDM 通感一体化 · 实时视频与微动感知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4922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1089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平台与系统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5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系统由两部分组成：通信链跑视频，感知链共用波形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16459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89888"/>
            <a:ext cx="7589520" cy="34698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914578"/>
            <a:ext cx="108200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图 1　系统拓扑（开题报告）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1080" y="1563624"/>
            <a:ext cx="82296" cy="82296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0536" y="148132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BS：USRP N320，SFP+ 10G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2039112"/>
            <a:ext cx="82296" cy="82296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0536" y="19568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UE：USRP B210，USB 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2514600"/>
            <a:ext cx="82296" cy="82296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0536" y="243230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外码 RS(255,K) + 内码 LDPC(1008,504)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990088"/>
            <a:ext cx="82296" cy="82296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0536" y="290779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视频：GStreamer 裸流，无容器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3465576"/>
            <a:ext cx="82296" cy="82296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0536" y="338328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感知：单站 + 双站并发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9224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OFDM 通感一体化 · 实时视频与微动感知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8615" y="64922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1089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研究内容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5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跨层视频：先看保护加在哪，而不是加多少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16459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45336"/>
            <a:ext cx="82296" cy="82296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463040"/>
            <a:ext cx="352958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分帧完整性：长度前缀的位置决定失效模式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03704"/>
            <a:ext cx="82296" cy="82296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121408"/>
            <a:ext cx="352958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容器与解码器：同一条误码流，不同栈差两个数量级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62072"/>
            <a:ext cx="82296" cy="82296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779776"/>
            <a:ext cx="352958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缓冲与时延：队列深度决定时延是否累积</a:t>
            </a:r>
          </a:p>
        </p:txBody>
      </p:sp>
      <p:pic>
        <p:nvPicPr>
          <p:cNvPr id="11" name="Picture 10" descr="fig2_coding_fr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89888"/>
            <a:ext cx="6812280" cy="37394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184214"/>
            <a:ext cx="108200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图 2　级联编码与分帧路径（开题报告）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9224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OFDM 通感一体化 · 实时视频与微动感知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4922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1089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前期结果 · 容器放大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5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同一条误码流，容器选择让失败概率差 100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16459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ga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949440" cy="35931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065382"/>
            <a:ext cx="108200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图 3　容器放大因子 γ（开题报告）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1636776"/>
            <a:ext cx="82296" cy="82296"/>
          </a:xfrm>
          <a:prstGeom prst="rect">
            <a:avLst/>
          </a:prstGeom>
          <a:solidFill>
            <a:srgbClr val="B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54696" y="1554480"/>
            <a:ext cx="38953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MPEG-TS + VLC：≈500×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2048255"/>
            <a:ext cx="82296" cy="82296"/>
          </a:xfrm>
          <a:prstGeom prst="rect">
            <a:avLst/>
          </a:prstGeom>
          <a:solidFill>
            <a:srgbClr val="B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54696" y="1965960"/>
            <a:ext cx="38953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MPEG-TS + ffplay：≈150×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459736"/>
            <a:ext cx="82296" cy="82296"/>
          </a:xfrm>
          <a:prstGeom prst="rect">
            <a:avLst/>
          </a:prstGeom>
          <a:solidFill>
            <a:srgbClr val="B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2377440"/>
            <a:ext cx="38953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裸流 + ffplay：≈8×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871216"/>
            <a:ext cx="82296" cy="82296"/>
          </a:xfrm>
          <a:prstGeom prst="rect">
            <a:avLst/>
          </a:prstGeom>
          <a:solidFill>
            <a:srgbClr val="B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4696" y="2788920"/>
            <a:ext cx="38953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裸流 + GStreamer：≈4×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31012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模型只预测头部暴露（7×）；实测的两端差异来自解码器状态机。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4526280"/>
            <a:ext cx="4023360" cy="960120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68172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容器与解码器的选择，比外码强度重要一个量级。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49224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OFDM 通感一体化 · 实时视频与微动感知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8615" y="64922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1089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前期结果 · 端到端时延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5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时延瓶颈在解码器，不在射频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16459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6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389888"/>
            <a:ext cx="10241280" cy="38384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274026"/>
            <a:ext cx="108200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图 6　端到端时延实测（开题报告）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108200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稳态 233–266 ms，5 分钟无累积趋势；解码环节约占 80%，射频链路约 3 ms。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测量方法为秒表法，分辨率约 33 ms，因此只报告量级与趋势，不报亚毫秒抖动。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OFDM 通感一体化 · 实时视频与微动感知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4922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1089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研究内容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5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外码不是“要不要”，而是“何时开始起作用”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16459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4937760" cy="3977639"/>
          </a:xfrm>
          <a:prstGeom prst="rect">
            <a:avLst/>
          </a:prstGeom>
          <a:solidFill>
            <a:srgbClr val="F3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1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4348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四档外码在良好 SNR 下表现一致，无法区分优劣；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sz="125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真正的问题是：从哪个 SNR 开始，外码才真正产生纠正？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sz="12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这个问题决定了外码的必要性与最优档位。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481328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6276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1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0934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受控衰减扫描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93392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0–20 dB，四档配置，记录纠错 / 不可纠事件率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834640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298094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1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62656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激活点曲线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46704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功率–事件率曲线，定位各档工作区段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4187952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433425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1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1596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在线映射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00016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SNR 与残差统计 → 码率档位，GOP 边界热切换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705856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前置：先把外码实现替换为可验证版本并加单元自检。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49224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OFDM 通感一体化 · 实时视频与微动感知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8615" y="64922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1089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研究内容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5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微动感知：呼吸是送分题，心跳才是难点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16459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micro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7863840" cy="3493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910355"/>
            <a:ext cx="108200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图 4　微动感知处理链与相位预算（开题报告）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823960" y="1563624"/>
            <a:ext cx="82296" cy="82296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43416" y="1481328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呼吸 0.52–1.04 rad：量级充裕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2130552"/>
            <a:ext cx="82296" cy="82296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6" y="2048256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心跳 0.026–0.065 rad：逼近相噪底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2697480"/>
            <a:ext cx="82296" cy="82296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2615184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单站共模相消抑制相噪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611880"/>
            <a:ext cx="2926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4C7A5A"/>
                </a:solidFill>
                <a:latin typeface="Arial"/>
                <a:ea typeface="微软雅黑"/>
                <a:cs typeface="微软雅黑"/>
              </a:rPr>
              <a:t>三级目标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C 能力基线 → B 呼吸率 → A 双参数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每级均可独立成章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9224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OFDM 通感一体化 · 实时视频与微动感知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4922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1089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方法学校验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5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在自查中发现并定位了外码实现的缺陷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16459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5989320" cy="4160520"/>
          </a:xfrm>
          <a:prstGeom prst="rect">
            <a:avLst/>
          </a:prstGeom>
          <a:solidFill>
            <a:srgbClr val="F3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72768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1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三处缺陷（已定位到文件行号）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65960"/>
            <a:ext cx="320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1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6596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码表初始化被函数级 static 门控，第 2 个实例起码表全零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862072"/>
            <a:ext cx="320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1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62072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伴随式多项式取向与编码器相反，合法码字被判为错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758183"/>
            <a:ext cx="320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1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58183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纠错计数声明后从未累加，无纠错统计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663440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5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后果：除首个包外校验位恒为 0，解码恒判“无错”——外码从未真正生效。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371600"/>
            <a:ext cx="4434840" cy="416052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5544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1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自检输出（40 行程序，可复现）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847088"/>
            <a:ext cx="4069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[A] 第1/第2实例编码一致 : NO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32/255 字节不同；校验位全零: 是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[B] 干净码字: ok=0 corrected=0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[C] 注入 0~16 错误：全部 r=0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50" b="1">
                <a:solidFill>
                  <a:srgbClr val="B5533C"/>
                </a:solidFill>
                <a:latin typeface="Consolas"/>
                <a:ea typeface="Consolas"/>
                <a:cs typeface="Consolas"/>
              </a:rPr>
              <a:t>结论: 未通过自检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3931920"/>
            <a:ext cx="393192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069080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处理：替换为成熟实现 + 单元自检。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709160"/>
            <a:ext cx="3977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影响：第三章“零失败”结论撤回，改由激活点重测回答。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42432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意义：测量链本身也需要被验证——这一个缺陷此前被“完美”的日志掩盖。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49224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OFDM 通感一体化 · 实时视频与微动感知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8615" y="64922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1089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研究计划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5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近期四周先把外码修好，再谈边界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16459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44752"/>
            <a:ext cx="6492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910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替换外码实现 + 单元自检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5681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设备返回后做基线一致性核对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23744"/>
            <a:ext cx="6492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98063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W2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700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受控衰减扫描（0–20 dB）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03580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四档配置 × 纠错/不可纠事件率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602735"/>
            <a:ext cx="6492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877055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W3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4903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激活点曲线 + 分帧验证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148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定长分片 vs 变长前缀对照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81727"/>
            <a:ext cx="6492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956047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C7A5A"/>
                </a:solidFill>
                <a:latin typeface="Arial"/>
                <a:ea typeface="微软雅黑"/>
                <a:cs typeface="微软雅黑"/>
              </a:rPr>
              <a:t>W4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28031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数据整理与结论收敛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19379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研究内容 1、2 定稿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1444752"/>
            <a:ext cx="3840480" cy="2834640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62763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学期粒度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938528"/>
            <a:ext cx="3429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2026 秋：外码重测、内容 1 收尾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2027 春：内容 2 实测、内容 3 基线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2027 秋：微动实验、第二篇论文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2028 春：成稿、送审、答辩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4498848"/>
            <a:ext cx="3840480" cy="1572768"/>
          </a:xfrm>
          <a:prstGeom prst="rect">
            <a:avLst/>
          </a:prstGeom>
          <a:solidFill>
            <a:srgbClr val="F3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464515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B5533C"/>
                </a:solidFill>
                <a:latin typeface="Arial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937760"/>
            <a:ext cx="3429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学位论文 1 部</a:t>
            </a:r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期刊论文 1–2 篇</a:t>
            </a:r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可复现方法与数据集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49224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OFDM 通感一体化 · 实时视频与微动感知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8615" y="64922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/>
                <a:ea typeface="微软雅黑"/>
                <a:cs typeface="微软雅黑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68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600" b="1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874519"/>
            <a:ext cx="960120" cy="384048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2938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874519"/>
            <a:ext cx="8503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强编码 ISAC 链路上跑实时视频，瓶颈不在带宽，而在保护加在哪一层。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063240"/>
            <a:ext cx="960120" cy="384048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11810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3063240"/>
            <a:ext cx="8503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同一平台、逐层打点：分帧完整性、容器与解码器、缓冲与时延，三条线各有实测。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251959"/>
            <a:ext cx="960120" cy="384048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30682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4251959"/>
            <a:ext cx="8503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1A1A1A"/>
                </a:solidFill>
                <a:latin typeface="Arial"/>
                <a:ea typeface="微软雅黑"/>
                <a:cs typeface="微软雅黑"/>
              </a:rPr>
              <a:t>外码的真实作用域仍在定位；微动感知按三级目标推进，先保能力基线。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5349240"/>
            <a:ext cx="99669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532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1">
                <a:solidFill>
                  <a:srgbClr val="2F5C8A"/>
                </a:solidFill>
                <a:latin typeface="Arial"/>
                <a:ea typeface="微软雅黑"/>
                <a:cs typeface="微软雅黑"/>
              </a:rPr>
              <a:t>请各位老师批评指正。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